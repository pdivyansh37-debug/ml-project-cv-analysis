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1828800"/>
            <a:ext cx="6702552" cy="32004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0" y="2286000"/>
            <a:ext cx="5788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TONYCV</a:t>
            </a:r>
          </a:p>
          <a:p>
            <a:pPr algn="ctr">
              <a:defRPr sz="2400">
                <a:solidFill>
                  <a:srgbClr val="06B6D4"/>
                </a:solidFill>
              </a:defRPr>
            </a:pPr>
            <a:r>
              <a:t>AI-Powered Recruitment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5486400"/>
            <a:ext cx="5788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Developed by Prashant Singh Rawat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PROJECT OVERVIEW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End-to-end recruitment platform using NLP/ML.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Transforms static CVs into dynamic career roadmaps.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Purpose: Bridge the gap between skillsets and industry hiring.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CURRENT CHALLENGES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ATS Bias: 75% of resumes are discarded by keywords.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Identity Fraud: No verification of technical proficiency.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Feedback Gap: Candidates receive rejection without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MODELS &amp; 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THE INTELLIGENCE STACK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NLP: spaCy (NER) &amp; PDFPlumber for vector space extraction.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ML Core: RandomForestClassifier (100 Decision Trees).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Architecture: FastAPI (Backend) &amp; React 19 (Frontend).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ML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THE PIPELINE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Input: PDF Document Vectorization.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Processing: Entity Recognition &amp; Feature Engineering.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Output: Placement Probability &amp; Skill Gap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RESULTS &amp;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KEY PERFORMANCE DATA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92% Inference Accuracy on synthetic benchmark data.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80% Reduction in manual identity verification time.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High precision in identifying missing technical proficiencies.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ROADMAP 2026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Live Social/GitHub Trace Tracking.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LLM-Powered Personalized Interview Coaching.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Web3 Blockchain Skill-Verification Minting.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RESEARCH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011680" cy="36576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MODULE v2.5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4572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0972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>
            <a:no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6B6D4"/>
                </a:solidFill>
              </a:defRPr>
            </a:pPr>
            <a:r>
              <a:t>PATENT &amp; PUBLICATIONS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Patent Pending: Multi-Vector Verification Identity Logic.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Targeted: Publication in top-tier AI/IEEE Journals.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• Status: Ready for Enterprise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