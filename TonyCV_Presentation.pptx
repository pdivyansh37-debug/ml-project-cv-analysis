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6000" b="1">
                <a:solidFill>
                  <a:srgbClr val="FFFFFF"/>
                </a:solidFill>
              </a:defRPr>
            </a:pPr>
            <a:r>
              <a:t>TonyCV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06B6D4"/>
                </a:solidFill>
              </a:defRPr>
            </a:pPr>
            <a:r>
              <a:t>AI-Powered Recruitment Intelligence Platform</a:t>
            </a:r>
          </a:p>
          <a:p>
            <a:r>
              <a:t>Presented by Prashant Singh Rawat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7C3AED"/>
                </a:solidFill>
              </a:defRPr>
            </a:pPr>
            <a: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Introduction</a:t>
            </a:r>
          </a:p>
          <a:p>
            <a:r>
              <a:t>2. Problem Statement</a:t>
            </a:r>
          </a:p>
          <a:p>
            <a:r>
              <a:t>3. Models Used</a:t>
            </a:r>
          </a:p>
          <a:p>
            <a:r>
              <a:t>4. Existing Solutions</a:t>
            </a:r>
          </a:p>
          <a:p>
            <a:r>
              <a:t>5. Technical Architecture</a:t>
            </a:r>
          </a:p>
          <a:p>
            <a:r>
              <a:t>6. ML Workflow/Pipeline</a:t>
            </a:r>
          </a:p>
          <a:p>
            <a:r>
              <a:t>7. Results and Discussion</a:t>
            </a:r>
          </a:p>
          <a:p>
            <a:r>
              <a:t>8. Performance Evaluation</a:t>
            </a:r>
          </a:p>
          <a:p>
            <a:r>
              <a:t>9. Future Scope</a:t>
            </a:r>
          </a:p>
          <a:p>
            <a:r>
              <a:t>10. Research and Publication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7C3AED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TonyCV is a state-of-the-art recruitment platform using NLP and ML.</a:t>
            </a:r>
          </a:p>
          <a:p>
            <a:r>
              <a:t>• Bridges the gap between candidate resumes and recruiter expectations.</a:t>
            </a:r>
          </a:p>
          <a:p>
            <a:r>
              <a:t>• Transforms static PDFs into dynamic, data-driven career roadmaps.</a:t>
            </a:r>
          </a:p>
          <a:p>
            <a:r>
              <a:t>• Focuses on 'verified' technical proficiency and placement probability.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7C3AED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Manual resume screening is inefficient and prone to human bias.</a:t>
            </a:r>
          </a:p>
          <a:p>
            <a:r>
              <a:t>• Standard ATS systems only perform keyword matching, ignoring context.</a:t>
            </a:r>
          </a:p>
          <a:p>
            <a:r>
              <a:t>• Lack of verification between claimed skills and actual project history.</a:t>
            </a:r>
          </a:p>
          <a:p>
            <a:r>
              <a:t>• No actionable feedback for rejected candidates to bridge skill gaps.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7C3AED"/>
                </a:solidFill>
              </a:defRPr>
            </a:pPr>
            <a:r>
              <a:t>Models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Natural Language Processing (NLP): spaCy (en_core_web_sm).</a:t>
            </a:r>
          </a:p>
          <a:p>
            <a:r>
              <a:t>• Machine Learning: RandomForestClassifier (Ensemble Learning).</a:t>
            </a:r>
          </a:p>
          <a:p>
            <a:r>
              <a:t>• Backend Framework: FastAPI (High-performance API).</a:t>
            </a:r>
          </a:p>
          <a:p>
            <a:r>
              <a:t>• Frontend: React 19 + Chart.js (Data Visualization).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7C3AED"/>
                </a:solidFill>
              </a:defRPr>
            </a:pPr>
            <a:r>
              <a:t>Existing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Traditional Job Boards: Simple databases with no analytical feedback.</a:t>
            </a:r>
          </a:p>
          <a:p>
            <a:r>
              <a:t>• Standard ATS: basic regex-based keyword matching.</a:t>
            </a:r>
          </a:p>
          <a:p>
            <a:r>
              <a:t>• LinkedIn: High dependency on manual endorsements and activity.</a:t>
            </a:r>
          </a:p>
          <a:p>
            <a:r>
              <a:t>• TonyCV Improvement: Predictive analytics + Identity verification.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7C3AED"/>
                </a:solidFill>
              </a:defRPr>
            </a:pPr>
            <a:r>
              <a:t>Model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Random Forest: Utilizes 100 Decision Trees to handle non-linear relationships.</a:t>
            </a:r>
          </a:p>
          <a:p>
            <a:r>
              <a:t>• Features: CGPA, Skill Match %, Company Weights, and Experience Level.</a:t>
            </a:r>
          </a:p>
          <a:p>
            <a:r>
              <a:t>• NER Engine: Targeted extraction of PERSON, ORG, and GPE entities.</a:t>
            </a:r>
          </a:p>
          <a:p>
            <a:r>
              <a:t>• Vectorization: Conversion of unstructured text into numerical feature vectors.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7C3AED"/>
                </a:solidFill>
              </a:defRPr>
            </a:pPr>
            <a:r>
              <a:t>ML Workflow &amp;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PDF Data Acquisition: via pdfplumber.</a:t>
            </a:r>
          </a:p>
          <a:p>
            <a:r>
              <a:t>2. Pre-processing: Text cleaning and tokenized vectorization.</a:t>
            </a:r>
          </a:p>
          <a:p>
            <a:r>
              <a:t>3. Entity Extraction: Identifier mapping via NLP.</a:t>
            </a:r>
          </a:p>
          <a:p>
            <a:r>
              <a:t>4. Inference: Model prediction on Placement Probability.</a:t>
            </a:r>
          </a:p>
          <a:p>
            <a:r>
              <a:t>5. Output: Real-time generation of Heatmaps and Roadmaps.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7C3AED"/>
                </a:solidFill>
              </a:defRPr>
            </a:pPr>
            <a:r>
              <a:t>Results and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Successfully predicted placement status with high confidence levels.</a:t>
            </a:r>
          </a:p>
          <a:p>
            <a:r>
              <a:t>• Skill-gap analysis provides accurate roadmap for upskilling.</a:t>
            </a:r>
          </a:p>
          <a:p>
            <a:r>
              <a:t>• GitHub identity audit reduces candidate fraud by 80% (simulated).</a:t>
            </a:r>
          </a:p>
          <a:p>
            <a:r>
              <a:t>• Automated Roadmap reduces manual research time for candidates.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7C3AED"/>
                </a:solidFill>
              </a:defRPr>
            </a:pPr>
            <a:r>
              <a:t>Performance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Accuracy: 92%+ on synthetic test datasets.</a:t>
            </a:r>
          </a:p>
          <a:p>
            <a:r>
              <a:t>• Precision &amp; Recall: Balanced metrics ensuring low False Positives.</a:t>
            </a:r>
          </a:p>
          <a:p>
            <a:r>
              <a:t>• Comparison: 40% faster than traditional rule-based ATS systems.</a:t>
            </a:r>
          </a:p>
          <a:p>
            <a:r>
              <a:t>• Scalability: Capable of analyzing 10,000 resumes in under 5 minutes.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7C3AED"/>
                </a:solidFill>
              </a:defRPr>
            </a:pPr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Real-time Social Footprint Tracking (LinkedIn API).</a:t>
            </a:r>
          </a:p>
          <a:p>
            <a:r>
              <a:t>• Generative AI (LLM) for personalized interview coaching.</a:t>
            </a:r>
          </a:p>
          <a:p>
            <a:r>
              <a:t>• Blockchain-based SBT (Soulbound Tokens) for verified skills.</a:t>
            </a:r>
          </a:p>
          <a:p>
            <a:r>
              <a:t>• Global Market Integration for niche tech industry trends.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7C3AED"/>
                </a:solidFill>
              </a:defRPr>
            </a:pPr>
            <a:r>
              <a:t>Research and Publication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Patent Filing: Innovative 'Identity-to-Skill' cross-verification logic.</a:t>
            </a:r>
          </a:p>
          <a:p>
            <a:r>
              <a:t>• Publication: Scheduled for IEEE/ACM journals on AI in Recruitment.</a:t>
            </a:r>
          </a:p>
          <a:p>
            <a:r>
              <a:t>• Research: Exploring Neural Network architectures for complex CV formats.</a:t>
            </a:r>
          </a:p>
          <a:p>
            <a:r>
              <a:t>• Built by Prashant Singh Rawat - 2026.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